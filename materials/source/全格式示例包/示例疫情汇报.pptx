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疫情汇报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国家：印度</a:t>
            </a:r>
          </a:p>
          <a:p>
            <a:r>
              <a:t>边境区域：阿鲁纳恰尔邦</a:t>
            </a:r>
          </a:p>
          <a:p>
            <a:r>
              <a:t>报告日期：2025-04-10</a:t>
            </a:r>
          </a:p>
          <a:p>
            <a:r>
              <a:t>来源平台：阶段汇报</a:t>
            </a:r>
          </a:p>
          <a:p>
            <a:r>
              <a:t>疫病：H5N1高致病性禽流感</a:t>
            </a:r>
          </a:p>
          <a:p>
            <a:r>
              <a:t>宿主动物：鸭</a:t>
            </a:r>
          </a:p>
          <a:p>
            <a:r>
              <a:t>发病数：58</a:t>
            </a:r>
          </a:p>
          <a:p>
            <a:r>
              <a:t>死亡数：16</a:t>
            </a:r>
          </a:p>
          <a:p>
            <a:r>
              <a:t>扑杀数：90</a:t>
            </a:r>
          </a:p>
          <a:p>
            <a:r>
              <a:t>疫情描述：候鸟活动区域附近养殖点出现疫情，局部封控已启动。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